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252E8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435248"/>
            <a:ext cx="1507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730" dirty="0"/>
          </a:p>
        </p:txBody>
      </p:sp>
      <p:sp>
        <p:nvSpPr>
          <p:cNvPr id="5" name="Text 3"/>
          <p:cNvSpPr/>
          <p:nvPr/>
        </p:nvSpPr>
        <p:spPr>
          <a:xfrm>
            <a:off x="548580" y="1392510"/>
            <a:ext cx="5183989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 an emergency,</a:t>
            </a:r>
            <a:endParaRPr lang="en-US" sz="3740" dirty="0"/>
          </a:p>
        </p:txBody>
      </p:sp>
      <p:sp>
        <p:nvSpPr>
          <p:cNvPr id="6" name="Text 4"/>
          <p:cNvSpPr/>
          <p:nvPr/>
        </p:nvSpPr>
        <p:spPr>
          <a:xfrm>
            <a:off x="548580" y="1906042"/>
            <a:ext cx="5962151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knowing what to do</a:t>
            </a:r>
            <a:endParaRPr lang="en-US" sz="3740" dirty="0"/>
          </a:p>
        </p:txBody>
      </p:sp>
      <p:sp>
        <p:nvSpPr>
          <p:cNvPr id="7" name="Text 5"/>
          <p:cNvSpPr/>
          <p:nvPr/>
        </p:nvSpPr>
        <p:spPr>
          <a:xfrm>
            <a:off x="548580" y="2419573"/>
            <a:ext cx="6216186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changes everything.</a:t>
            </a:r>
            <a:endParaRPr lang="en-US" sz="3740" dirty="0"/>
          </a:p>
        </p:txBody>
      </p:sp>
      <p:sp>
        <p:nvSpPr>
          <p:cNvPr id="8" name="Text 6"/>
          <p:cNvSpPr/>
          <p:nvPr/>
        </p:nvSpPr>
        <p:spPr>
          <a:xfrm>
            <a:off x="548580" y="3969990"/>
            <a:ext cx="512052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1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AI-powered first-aid guidance for everyone.</a:t>
            </a:r>
            <a:endParaRPr lang="en-US" sz="151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40135"/>
            <a:ext cx="2286000" cy="226308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0"/>
            <a:ext cx="320040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Shape 1"/>
          <p:cNvSpPr/>
          <p:nvPr/>
        </p:nvSpPr>
        <p:spPr>
          <a:xfrm>
            <a:off x="-967" y="0"/>
            <a:ext cx="3933825" cy="5143500"/>
          </a:xfrm>
          <a:prstGeom prst="rect">
            <a:avLst/>
          </a:prstGeom>
          <a:solidFill>
            <a:srgbClr val="DCE7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027" y="1182960"/>
            <a:ext cx="2833687" cy="28289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0545" y="481905"/>
            <a:ext cx="126560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4480545" y="1476375"/>
            <a:ext cx="3343156" cy="709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9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</a:t>
            </a:r>
            <a:endParaRPr lang="en-US" sz="4390" dirty="0"/>
          </a:p>
        </p:txBody>
      </p:sp>
      <p:sp>
        <p:nvSpPr>
          <p:cNvPr id="7" name="Text 4"/>
          <p:cNvSpPr/>
          <p:nvPr/>
        </p:nvSpPr>
        <p:spPr>
          <a:xfrm>
            <a:off x="4480545" y="2056433"/>
            <a:ext cx="3620118" cy="709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39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SUMMARY</a:t>
            </a:r>
            <a:endParaRPr lang="en-US" sz="4390" dirty="0"/>
          </a:p>
        </p:txBody>
      </p:sp>
      <p:sp>
        <p:nvSpPr>
          <p:cNvPr id="8" name="Text 5"/>
          <p:cNvSpPr/>
          <p:nvPr/>
        </p:nvSpPr>
        <p:spPr>
          <a:xfrm>
            <a:off x="4480545" y="3348037"/>
            <a:ext cx="4993801" cy="63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7"/>
              </a:lnSpc>
              <a:buNone/>
            </a:pPr>
            <a:r>
              <a:rPr lang="en-US" sz="187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are the problems we want to</a:t>
            </a:r>
            <a:endParaRPr lang="en-US" sz="1870" dirty="0"/>
          </a:p>
          <a:p>
            <a:pPr algn="l" indent="0" marL="0">
              <a:lnSpc>
                <a:spcPts val="2527"/>
              </a:lnSpc>
              <a:buNone/>
            </a:pPr>
            <a:r>
              <a:rPr lang="en-US" sz="187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solve in Jordan?</a:t>
            </a:r>
            <a:endParaRPr lang="en-US" sz="1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9065"/>
            <a:ext cx="1265605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44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191" y="307628"/>
            <a:ext cx="366712" cy="361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580" y="1211535"/>
            <a:ext cx="170992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1</a:t>
            </a:r>
            <a:endParaRPr lang="en-US" sz="2160" dirty="0"/>
          </a:p>
        </p:txBody>
      </p:sp>
      <p:sp>
        <p:nvSpPr>
          <p:cNvPr id="6" name="Text 3"/>
          <p:cNvSpPr/>
          <p:nvPr/>
        </p:nvSpPr>
        <p:spPr>
          <a:xfrm>
            <a:off x="548580" y="1706761"/>
            <a:ext cx="4667987" cy="785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in Jordan spend money traveling</a:t>
            </a:r>
            <a:endParaRPr lang="en-US" sz="1510" dirty="0"/>
          </a:p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 clinics and hospitals even when they</a:t>
            </a:r>
            <a:endParaRPr lang="en-US" sz="1510" dirty="0"/>
          </a:p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 not really need to go.</a:t>
            </a:r>
            <a:endParaRPr lang="en-US" sz="1510" dirty="0"/>
          </a:p>
        </p:txBody>
      </p:sp>
      <p:sp>
        <p:nvSpPr>
          <p:cNvPr id="7" name="Text 4"/>
          <p:cNvSpPr/>
          <p:nvPr/>
        </p:nvSpPr>
        <p:spPr>
          <a:xfrm>
            <a:off x="4754835" y="1108695"/>
            <a:ext cx="1760614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2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4754835" y="1462013"/>
            <a:ext cx="1521961" cy="733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54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</a:t>
            </a:r>
            <a:endParaRPr lang="en-US" sz="4540" dirty="0"/>
          </a:p>
        </p:txBody>
      </p:sp>
      <p:sp>
        <p:nvSpPr>
          <p:cNvPr id="9" name="Text 6"/>
          <p:cNvSpPr/>
          <p:nvPr/>
        </p:nvSpPr>
        <p:spPr>
          <a:xfrm>
            <a:off x="5881613" y="1838251"/>
            <a:ext cx="3175992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people in Jordan do not</a:t>
            </a:r>
            <a:endParaRPr lang="en-US" sz="1510" dirty="0"/>
          </a:p>
        </p:txBody>
      </p:sp>
      <p:sp>
        <p:nvSpPr>
          <p:cNvPr id="10" name="Text 7"/>
          <p:cNvSpPr/>
          <p:nvPr/>
        </p:nvSpPr>
        <p:spPr>
          <a:xfrm>
            <a:off x="4754835" y="2128540"/>
            <a:ext cx="4522009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 the medical information they find</a:t>
            </a:r>
            <a:endParaRPr lang="en-US" sz="1510" dirty="0"/>
          </a:p>
        </p:txBody>
      </p:sp>
      <p:sp>
        <p:nvSpPr>
          <p:cNvPr id="11" name="Text 8"/>
          <p:cNvSpPr/>
          <p:nvPr/>
        </p:nvSpPr>
        <p:spPr>
          <a:xfrm>
            <a:off x="4754835" y="2397323"/>
            <a:ext cx="79845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online.</a:t>
            </a:r>
            <a:endParaRPr lang="en-US" sz="1510" dirty="0"/>
          </a:p>
        </p:txBody>
      </p:sp>
      <p:sp>
        <p:nvSpPr>
          <p:cNvPr id="12" name="Shape 9"/>
          <p:cNvSpPr/>
          <p:nvPr/>
        </p:nvSpPr>
        <p:spPr>
          <a:xfrm>
            <a:off x="547613" y="2931765"/>
            <a:ext cx="8048625" cy="4763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548580" y="3320355"/>
            <a:ext cx="1765548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3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548580" y="3815581"/>
            <a:ext cx="4031836" cy="1054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Insurance companies pay for</a:t>
            </a:r>
            <a:endParaRPr lang="en-US" sz="1510" dirty="0"/>
          </a:p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unnecessary medical visits, while</a:t>
            </a:r>
            <a:endParaRPr lang="en-US" sz="1510" dirty="0"/>
          </a:p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hospitals also face extra operating</a:t>
            </a:r>
            <a:endParaRPr lang="en-US" sz="1510" dirty="0"/>
          </a:p>
          <a:p>
            <a:pPr algn="l" indent="0" marL="0">
              <a:lnSpc>
                <a:spcPts val="2116"/>
              </a:lnSpc>
              <a:buNone/>
            </a:pPr>
            <a:r>
              <a:rPr lang="en-US" sz="151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costs.</a:t>
            </a:r>
            <a:endParaRPr lang="en-US" sz="1510" dirty="0"/>
          </a:p>
        </p:txBody>
      </p:sp>
      <p:sp>
        <p:nvSpPr>
          <p:cNvPr id="15" name="Text 12"/>
          <p:cNvSpPr/>
          <p:nvPr/>
        </p:nvSpPr>
        <p:spPr>
          <a:xfrm>
            <a:off x="4754835" y="3320355"/>
            <a:ext cx="1775512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6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4</a:t>
            </a:r>
            <a:endParaRPr lang="en-US" sz="2160" dirty="0"/>
          </a:p>
        </p:txBody>
      </p:sp>
      <p:sp>
        <p:nvSpPr>
          <p:cNvPr id="16" name="Text 13"/>
          <p:cNvSpPr/>
          <p:nvPr/>
        </p:nvSpPr>
        <p:spPr>
          <a:xfrm>
            <a:off x="4754835" y="3838426"/>
            <a:ext cx="4292932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215"/>
              </a:spcBef>
              <a:buNone/>
            </a:pPr>
            <a:r>
              <a:rPr lang="en-US" sz="238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Hospitals overcrowding</a:t>
            </a:r>
            <a:endParaRPr lang="en-US" sz="238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13" y="2931765"/>
            <a:ext cx="8048625" cy="47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Shape 1"/>
          <p:cNvSpPr/>
          <p:nvPr/>
        </p:nvSpPr>
        <p:spPr>
          <a:xfrm>
            <a:off x="930" y="0"/>
            <a:ext cx="2924175" cy="5143500"/>
          </a:xfrm>
          <a:prstGeom prst="rect">
            <a:avLst/>
          </a:prstGeom>
          <a:solidFill>
            <a:srgbClr val="2252E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37295"/>
            <a:ext cx="2011635" cy="2468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690" y="887685"/>
            <a:ext cx="3944771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Solution:</a:t>
            </a:r>
            <a:endParaRPr lang="en-US" sz="3740" dirty="0"/>
          </a:p>
        </p:txBody>
      </p:sp>
      <p:sp>
        <p:nvSpPr>
          <p:cNvPr id="6" name="Text 3"/>
          <p:cNvSpPr/>
          <p:nvPr/>
        </p:nvSpPr>
        <p:spPr>
          <a:xfrm>
            <a:off x="3474690" y="1420192"/>
            <a:ext cx="3199403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3740" dirty="0"/>
          </a:p>
        </p:txBody>
      </p:sp>
      <p:sp>
        <p:nvSpPr>
          <p:cNvPr id="7" name="Text 4"/>
          <p:cNvSpPr/>
          <p:nvPr/>
        </p:nvSpPr>
        <p:spPr>
          <a:xfrm>
            <a:off x="3474690" y="2688878"/>
            <a:ext cx="6369323" cy="144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23"/>
              </a:lnSpc>
              <a:buNone/>
            </a:pPr>
            <a:r>
              <a:rPr lang="en-US" sz="202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Our application helps people understand</a:t>
            </a:r>
            <a:endParaRPr lang="en-US" sz="2020" dirty="0"/>
          </a:p>
          <a:p>
            <a:pPr algn="l" indent="0" marL="0">
              <a:lnSpc>
                <a:spcPts val="2923"/>
              </a:lnSpc>
              <a:buNone/>
            </a:pPr>
            <a:r>
              <a:rPr lang="en-US" sz="202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their health condition using trusted</a:t>
            </a:r>
            <a:endParaRPr lang="en-US" sz="2020" dirty="0"/>
          </a:p>
          <a:p>
            <a:pPr algn="l" indent="0" marL="0">
              <a:lnSpc>
                <a:spcPts val="2923"/>
              </a:lnSpc>
              <a:buNone/>
            </a:pPr>
            <a:r>
              <a:rPr lang="en-US" sz="202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sources and information from</a:t>
            </a:r>
            <a:endParaRPr lang="en-US" sz="2020" dirty="0"/>
          </a:p>
          <a:p>
            <a:pPr algn="l" indent="0" marL="0">
              <a:lnSpc>
                <a:spcPts val="2923"/>
              </a:lnSpc>
              <a:buNone/>
            </a:pPr>
            <a:r>
              <a:rPr lang="en-US" sz="202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 doctors.</a:t>
            </a:r>
            <a:endParaRPr lang="en-US" sz="2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35248"/>
            <a:ext cx="1507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730" dirty="0"/>
          </a:p>
        </p:txBody>
      </p:sp>
      <p:sp>
        <p:nvSpPr>
          <p:cNvPr id="4" name="Shape 2"/>
          <p:cNvSpPr/>
          <p:nvPr/>
        </p:nvSpPr>
        <p:spPr>
          <a:xfrm>
            <a:off x="549027" y="1233413"/>
            <a:ext cx="3748087" cy="3190875"/>
          </a:xfrm>
          <a:prstGeom prst="rect">
            <a:avLst/>
          </a:prstGeom>
          <a:solidFill>
            <a:srgbClr val="DCE7FC"/>
          </a:solidFill>
          <a:ln/>
        </p:spPr>
      </p:sp>
      <p:sp>
        <p:nvSpPr>
          <p:cNvPr id="5" name="Text 3"/>
          <p:cNvSpPr/>
          <p:nvPr/>
        </p:nvSpPr>
        <p:spPr>
          <a:xfrm>
            <a:off x="822871" y="1380083"/>
            <a:ext cx="1364761" cy="116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871" y="2675532"/>
            <a:ext cx="4087557" cy="107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Users can describe their</a:t>
            </a:r>
            <a:endParaRPr lang="en-US" sz="2160" dirty="0"/>
          </a:p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symptoms or upload a</a:t>
            </a:r>
            <a:endParaRPr lang="en-US" sz="2160" dirty="0"/>
          </a:p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picture.</a:t>
            </a:r>
            <a:endParaRPr lang="en-US" sz="2160" dirty="0"/>
          </a:p>
        </p:txBody>
      </p:sp>
      <p:sp>
        <p:nvSpPr>
          <p:cNvPr id="7" name="Shape 5"/>
          <p:cNvSpPr/>
          <p:nvPr/>
        </p:nvSpPr>
        <p:spPr>
          <a:xfrm>
            <a:off x="4662413" y="1233413"/>
            <a:ext cx="3933825" cy="3190875"/>
          </a:xfrm>
          <a:prstGeom prst="rect">
            <a:avLst/>
          </a:prstGeom>
          <a:solidFill>
            <a:srgbClr val="BFF2DC"/>
          </a:solidFill>
          <a:ln/>
        </p:spPr>
      </p:sp>
      <p:sp>
        <p:nvSpPr>
          <p:cNvPr id="8" name="Text 6"/>
          <p:cNvSpPr/>
          <p:nvPr/>
        </p:nvSpPr>
        <p:spPr>
          <a:xfrm>
            <a:off x="4937671" y="1380083"/>
            <a:ext cx="1533570" cy="116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937671" y="2675532"/>
            <a:ext cx="4374289" cy="107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app asks questions to</a:t>
            </a:r>
            <a:endParaRPr lang="en-US" sz="2160" dirty="0"/>
          </a:p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 their</a:t>
            </a:r>
            <a:endParaRPr lang="en-US" sz="2160" dirty="0"/>
          </a:p>
          <a:p>
            <a:pPr algn="l" indent="0" marL="0">
              <a:lnSpc>
                <a:spcPts val="2807"/>
              </a:lnSpc>
              <a:buNone/>
            </a:pPr>
            <a:r>
              <a:rPr lang="en-US" sz="216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 better.</a:t>
            </a:r>
            <a:endParaRPr lang="en-US" sz="21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35248"/>
            <a:ext cx="1507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730" dirty="0"/>
          </a:p>
        </p:txBody>
      </p:sp>
      <p:sp>
        <p:nvSpPr>
          <p:cNvPr id="4" name="Text 2"/>
          <p:cNvSpPr/>
          <p:nvPr/>
        </p:nvSpPr>
        <p:spPr>
          <a:xfrm>
            <a:off x="548580" y="934343"/>
            <a:ext cx="3557334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83524" y="523875"/>
            <a:ext cx="228261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Improvements · 1 / 3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1861170"/>
            <a:ext cx="783490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 AI Accuracy</a:t>
            </a:r>
            <a:pPr algn="l" indent="0" marL="0">
              <a:buNone/>
            </a:pPr>
            <a:r>
              <a:rPr lang="en-US" sz="158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Improve the accuracy of medical assessments.</a:t>
            </a:r>
            <a:endParaRPr lang="en-US" sz="1580" dirty="0"/>
          </a:p>
        </p:txBody>
      </p:sp>
      <p:sp>
        <p:nvSpPr>
          <p:cNvPr id="7" name="Text 5"/>
          <p:cNvSpPr/>
          <p:nvPr/>
        </p:nvSpPr>
        <p:spPr>
          <a:xfrm>
            <a:off x="548580" y="2348433"/>
            <a:ext cx="10287223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 Doctor Integration</a:t>
            </a:r>
            <a:pPr algn="l" indent="0" marL="0">
              <a:buNone/>
            </a:pPr>
            <a:r>
              <a:rPr lang="en-US" sz="158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Connect users with trusted doctors for online consultations.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548580" y="2835697"/>
            <a:ext cx="647670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 Multiple Languages</a:t>
            </a:r>
            <a:pPr algn="l" indent="0" marL="0">
              <a:buNone/>
            </a:pPr>
            <a:r>
              <a:rPr lang="en-US" sz="158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Support Arabic and English.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548580" y="3322960"/>
            <a:ext cx="878981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8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4. Medical History</a:t>
            </a:r>
            <a:pPr algn="l" indent="0" marL="0">
              <a:buNone/>
            </a:pPr>
            <a:r>
              <a:rPr lang="en-US" sz="158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Track users’ symptoms and previous assessments.</a:t>
            </a:r>
            <a:endParaRPr lang="en-US" sz="1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35248"/>
            <a:ext cx="1507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730" dirty="0"/>
          </a:p>
        </p:txBody>
      </p:sp>
      <p:sp>
        <p:nvSpPr>
          <p:cNvPr id="4" name="Text 2"/>
          <p:cNvSpPr/>
          <p:nvPr/>
        </p:nvSpPr>
        <p:spPr>
          <a:xfrm>
            <a:off x="548580" y="934343"/>
            <a:ext cx="3557334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47359" y="523875"/>
            <a:ext cx="2329629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Improvements · 2 / 3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1964010"/>
            <a:ext cx="10072948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9"/>
              </a:lnSpc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5. Emergency Detection</a:t>
            </a:r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Identify warning signs and guide users to urgent</a:t>
            </a:r>
            <a:endParaRPr lang="en-US" sz="1730" dirty="0"/>
          </a:p>
          <a:p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care.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548580" y="2886968"/>
            <a:ext cx="806959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6. Hospital Integration</a:t>
            </a:r>
            <a:pPr algn="l" indent="0" marL="0"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Connect with hospitals and clinics.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548580" y="3502744"/>
            <a:ext cx="10289545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9"/>
              </a:lnSpc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7. Personalized Recommendations</a:t>
            </a:r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Provide guidance based on each user's</a:t>
            </a:r>
            <a:endParaRPr lang="en-US" sz="1730" dirty="0"/>
          </a:p>
          <a:p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condition.</a:t>
            </a:r>
            <a:endParaRPr lang="en-US" sz="1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F4FC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35248"/>
            <a:ext cx="150754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MedicZero</a:t>
            </a:r>
            <a:endParaRPr lang="en-US" sz="1730" dirty="0"/>
          </a:p>
        </p:txBody>
      </p:sp>
      <p:sp>
        <p:nvSpPr>
          <p:cNvPr id="4" name="Text 2"/>
          <p:cNvSpPr/>
          <p:nvPr/>
        </p:nvSpPr>
        <p:spPr>
          <a:xfrm>
            <a:off x="548580" y="934343"/>
            <a:ext cx="3557334" cy="581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428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45275" y="523875"/>
            <a:ext cx="2332338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53658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Future Improvements · 3 / 3</a:t>
            </a:r>
            <a:endParaRPr lang="en-US" sz="1080" dirty="0"/>
          </a:p>
        </p:txBody>
      </p:sp>
      <p:sp>
        <p:nvSpPr>
          <p:cNvPr id="6" name="Text 4"/>
          <p:cNvSpPr/>
          <p:nvPr/>
        </p:nvSpPr>
        <p:spPr>
          <a:xfrm>
            <a:off x="548580" y="1964010"/>
            <a:ext cx="10061533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9"/>
              </a:lnSpc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8. More Medical Sources</a:t>
            </a:r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Expand the database with trusted and updated</a:t>
            </a:r>
            <a:endParaRPr lang="en-US" sz="1730" dirty="0"/>
          </a:p>
          <a:p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information.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548580" y="2886968"/>
            <a:ext cx="990723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9. Medication Reminders</a:t>
            </a:r>
            <a:pPr algn="l" indent="0" marL="0"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Remind users to take prescribed medications.</a:t>
            </a:r>
            <a:endParaRPr lang="en-US" sz="1730" dirty="0"/>
          </a:p>
        </p:txBody>
      </p:sp>
      <p:sp>
        <p:nvSpPr>
          <p:cNvPr id="8" name="Text 6"/>
          <p:cNvSpPr/>
          <p:nvPr/>
        </p:nvSpPr>
        <p:spPr>
          <a:xfrm>
            <a:off x="548580" y="3502744"/>
            <a:ext cx="9642463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9"/>
              </a:lnSpc>
              <a:buNone/>
            </a:pPr>
            <a:r>
              <a:rPr lang="en-US" sz="1730" b="1" dirty="0">
                <a:solidFill>
                  <a:srgbClr val="2252E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 Insurance Integration</a:t>
            </a:r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– Help reduce unnecessary medical expenses</a:t>
            </a:r>
            <a:endParaRPr lang="en-US" sz="1730" dirty="0"/>
          </a:p>
          <a:p>
            <a:pPr algn="l" indent="0" marL="0">
              <a:lnSpc>
                <a:spcPts val="2419"/>
              </a:lnSpc>
              <a:buNone/>
            </a:pPr>
            <a:r>
              <a:rPr lang="en-US" sz="1730" dirty="0">
                <a:solidFill>
                  <a:srgbClr val="1428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through better patient guidance.</a:t>
            </a:r>
            <a:endParaRPr lang="en-US" sz="1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2026-10-10T09:54:17Z</dcterms:created>
  <dcterms:modified xsi:type="dcterms:W3CDTF">2026-10-10T09:54:17Z</dcterms:modified>
</cp:coreProperties>
</file>